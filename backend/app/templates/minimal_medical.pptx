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B2A4A"/>
                </a:solidFill>
                <a:latin typeface="Calibri"/>
              </a:defRPr>
            </a:pPr>
            <a:r>
              <a:t>TÍTULO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333333"/>
                </a:solidFill>
                <a:latin typeface="Calibri"/>
              </a:defRPr>
            </a:pPr>
            <a:r>
              <a:t>Subtítulo / Autor / Institución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de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111111"/>
                </a:solidFill>
                <a:latin typeface="Calibri"/>
              </a:defRPr>
            </a:pPr>
            <a:r>
              <a:t>• Bullet principal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• Bullet secundario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B2A4A"/>
                </a:solidFill>
                <a:latin typeface="Calibri"/>
              </a:defRPr>
            </a:pPr>
            <a:r>
              <a:t>SECCIÓN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1. Referencia Vancouver...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